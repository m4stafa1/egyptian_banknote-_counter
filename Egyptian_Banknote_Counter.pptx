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96C7">
              <a:alpha val="15000"/>
            </a:srgbClr>
          </a:solidFill>
          <a:ln w="12700">
            <a:solidFill>
              <a:srgbClr val="0096C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365760"/>
            <a:ext cx="2011680" cy="20116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96C7">
                <a:alpha val="12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594360"/>
            <a:ext cx="2286000" cy="32004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94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COMPUTER VISION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097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Banknote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457200" y="19202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Detection &amp; Valuation of Egyptian Pound Banknotes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YOLOv8 Deep Learning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74320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&amp; Artificial Intelligence  |  Banha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Solving?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2697480" cy="32004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2697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Counting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69748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large amounts of cash manually is slow, error-prone, and inefficient in banks &amp; retail.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371600"/>
            <a:ext cx="2697480" cy="32004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71600"/>
            <a:ext cx="2697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002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Denominations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83280" y="269748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banknote types (0.5 → 200 EGP) exist including newly released designs that differ visually.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72200" y="1371600"/>
            <a:ext cx="2697480" cy="32004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1371600"/>
            <a:ext cx="2697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System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09360" y="269748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don't handle Egyptian currency, especially the new 10 &amp; 20 EGP banknotes.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Currency Dataset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2011680" cy="109728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3,678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371600"/>
            <a:ext cx="2011680" cy="109728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1460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2011680" cy="109728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371600"/>
            <a:ext cx="2011680" cy="109728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0372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Classes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2286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108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EGP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2286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56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EGP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803904"/>
            <a:ext cx="2286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039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EGP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151376"/>
            <a:ext cx="2286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1513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EGP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4498848"/>
            <a:ext cx="2286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498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EGP (New)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17720" y="3108960"/>
            <a:ext cx="2286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108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EGP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17720" y="3456432"/>
            <a:ext cx="2286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56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EGP (New)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17720" y="3803904"/>
            <a:ext cx="2286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8039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EGP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17720" y="4151376"/>
            <a:ext cx="2286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1513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EGP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17720" y="4498848"/>
            <a:ext cx="2286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498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EGP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83680" y="2606040"/>
            <a:ext cx="2331720" cy="22860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743200"/>
            <a:ext cx="457200" cy="4572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667512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Diversity</a:t>
            </a:r>
            <a:endParaRPr lang="en-US" sz="1200" dirty="0"/>
          </a:p>
        </p:txBody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657600"/>
            <a:ext cx="182880" cy="18288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6912864" y="36576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 &amp; angled views</a:t>
            </a:r>
            <a:endParaRPr lang="en-US" sz="1000" dirty="0"/>
          </a:p>
        </p:txBody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950208"/>
            <a:ext cx="182880" cy="18288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912864" y="395020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backgrounds</a:t>
            </a:r>
            <a:endParaRPr lang="en-US" sz="1000" dirty="0"/>
          </a:p>
        </p:txBody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242816"/>
            <a:ext cx="182880" cy="18288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6912864" y="424281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lighting</a:t>
            </a:r>
            <a:endParaRPr lang="en-US" sz="1000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535424"/>
            <a:ext cx="182880" cy="18288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6912864" y="453542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Rotated orientations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1572768" cy="32004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5087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1488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27432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7472" y="329184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3,678 images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banknotes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47088" y="2606040"/>
            <a:ext cx="146304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93392" y="1417320"/>
            <a:ext cx="1572768" cy="32004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993392" y="15087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21488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66544" y="27432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Auto-Annotation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066544" y="329184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YOLO-format bounding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generated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566160" y="2606040"/>
            <a:ext cx="146304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12464" y="1417320"/>
            <a:ext cx="1572768" cy="32004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712464" y="1417320"/>
            <a:ext cx="157276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12464" y="15087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21488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85616" y="27432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Training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785616" y="329184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epochs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GPU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285232" y="2606040"/>
            <a:ext cx="146304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31536" y="1417320"/>
            <a:ext cx="1572768" cy="32004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5431536" y="15087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14884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04688" y="27432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504688" y="329184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mAP50: 99.47%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98.85%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004304" y="2606040"/>
            <a:ext cx="146304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150608" y="1417320"/>
            <a:ext cx="1572768" cy="32004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7150608" y="15087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2148840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223760" y="27432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223760" y="3291840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Ngrok public URL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YOLOv8m  |  Framework: Ultralytics  |  Training: Google Colab T4 GPU  |  Inference: ~19ms/image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2011680" cy="13716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08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99.47%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Average Precision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371600"/>
            <a:ext cx="2011680" cy="13716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371600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508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IoU metric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371600"/>
            <a:ext cx="2011680" cy="13716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371600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508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0916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1371600"/>
            <a:ext cx="2011680" cy="13716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1371600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508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98.46%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0372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coverage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29718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Results (Test Set)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37560"/>
          <a:ext cx="5029200" cy="160020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EGP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EGP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EGP (New)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EGP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EGP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EGP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3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5577840" y="2971800"/>
            <a:ext cx="3291840" cy="196596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66928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40664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ms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66928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406640" y="3794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 ms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66928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Postprocess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406640" y="4114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ms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66928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406640" y="4434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 ms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DEPLOYMENT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1920240" cy="18288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00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219456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Image(s)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265176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banknote photos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94560" y="233172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68880" y="1417320"/>
            <a:ext cx="1920240" cy="18288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600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42032" y="219456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Detection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542032" y="265176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&amp; classify each note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389120" y="233172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63440" y="1417320"/>
            <a:ext cx="1920240" cy="18288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002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36592" y="219456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&amp; Sum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736592" y="265176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in EGP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583680" y="233172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58000" y="1417320"/>
            <a:ext cx="1920240" cy="182880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6002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31152" y="219456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931152" y="265176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image + breakdown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32004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320040" y="3840480"/>
            <a:ext cx="1600200" cy="82296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20040" y="39136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20040" y="4251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Model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2075688" y="3840480"/>
            <a:ext cx="1600200" cy="82296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075688" y="39136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2075688" y="4251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831336" y="3840480"/>
            <a:ext cx="1600200" cy="82296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831336" y="39136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3831336" y="4251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Deployment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5586984" y="3840480"/>
            <a:ext cx="1600200" cy="82296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586984" y="39136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586984" y="4251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7342632" y="3840480"/>
            <a:ext cx="1600200" cy="822960"/>
          </a:xfrm>
          <a:prstGeom prst="rect">
            <a:avLst/>
          </a:prstGeom>
          <a:solidFill>
            <a:srgbClr val="162333"/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342632" y="39136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7342632" y="4251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Training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00B4D8">
              <a:alpha val="7000"/>
            </a:srgbClr>
          </a:solidFill>
          <a:ln w="12700">
            <a:solidFill>
              <a:srgbClr val="00B4D8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D6A0"/>
                </a:solidFill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320040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14447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YOLOv8m on 3,678 Egyptian banknote images across 9 denominations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659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19476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99.47% mAP50 on the test set — near-perfect detection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4688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2450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detection of newly released 10 &amp; 20 EGP banknote designs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97180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29535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an interactive web app accessible via public URL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474720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9808" y="34564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1–2 images simultaneously and sums total value in EGP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320040" y="4389120"/>
            <a:ext cx="8503920" cy="548640"/>
          </a:xfrm>
          <a:prstGeom prst="rect">
            <a:avLst/>
          </a:prstGeom>
          <a:solidFill>
            <a:srgbClr val="162333"/>
          </a:solidFill>
          <a:ln w="1270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320040" y="43891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Banknote Counter  —  Accurate · Fast · Deployable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Egyptian Banknote Counter</dc:title>
  <dc:subject>PptxGenJS Presentation</dc:subject>
  <dc:creator>PptxGenJS</dc:creator>
  <cp:lastModifiedBy>PptxGenJS</cp:lastModifiedBy>
  <cp:revision>1</cp:revision>
  <dcterms:created xsi:type="dcterms:W3CDTF">2026-05-15T20:26:09Z</dcterms:created>
  <dcterms:modified xsi:type="dcterms:W3CDTF">2026-05-15T20:26:09Z</dcterms:modified>
</cp:coreProperties>
</file>